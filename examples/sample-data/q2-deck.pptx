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_rels/slide9.xml.rels><?xml version="1.0" encoding="UTF-8" standalone="yes"?>
<Relationships xmlns="http://schemas.openxmlformats.org/package/2006/relationships"/>
</file>

<file path=ppt/slides/_rels/slide10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スライド1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競合が値下げを実施した（p1）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市場シェアが動いた（p1）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スライド2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売上高が増減した（p2）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営業利益が変化した（p2）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スライド3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在庫水準が変わった（p3）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製造コストが押し上げられた（p3）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スライド4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競合が値下げを実施した（p4）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市場シェアが動いた（p4）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スライド5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売上高が増減した（p5）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営業利益が変化した（p5）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スライド6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在庫水準が変わった（p6）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製造コストが押し上げられた（p6）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スライド7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競合が値下げを実施した（p7）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市場シェアが動いた（p7）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スライド8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売上高が増減した（p8）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営業利益が変化した（p8）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スライド9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在庫水準が変わった（p9）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製造コストが押し上げられた（p9）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hape 1"/>
          <p:cNvSpPr/>
          <p:nvPr/>
        </p:nvSpPr>
        <p:spPr>
          <a:xfrm>
            <a:off x="457200" y="274320"/>
            <a:ext cx="11277600" cy="731520"/>
          </a:xfrm>
          <a:prstGeom prst="rect">
            <a:avLst/>
          </a:prstGeom>
        </p:spPr>
        <p:txBody>
          <a:bodyPr/>
          <a:p>
            <a:r>
              <a:t>Q2 決算デッキ スライド10</a:t>
            </a:r>
          </a:p>
        </p:txBody>
      </p:sp>
      <p:sp>
        <p:nvSpPr>
          <p:cNvPr id="3" name="Shape 2"/>
          <p:cNvSpPr/>
          <p:nvPr/>
        </p:nvSpPr>
        <p:spPr>
          <a:xfrm>
            <a:off x="457200" y="1645920"/>
            <a:ext cx="11277600" cy="1097280"/>
          </a:xfrm>
          <a:prstGeom prst="rect">
            <a:avLst/>
          </a:prstGeom>
        </p:spPr>
        <p:txBody>
          <a:bodyPr/>
          <a:p>
            <a:r>
              <a:t>競合が値下げを実施した（p10）</a:t>
            </a:r>
          </a:p>
        </p:txBody>
      </p:sp>
      <p:sp>
        <p:nvSpPr>
          <p:cNvPr id="4" name="Shape 3"/>
          <p:cNvSpPr/>
          <p:nvPr/>
        </p:nvSpPr>
        <p:spPr>
          <a:xfrm>
            <a:off x="457200" y="2926080"/>
            <a:ext cx="11277600" cy="1097280"/>
          </a:xfrm>
          <a:prstGeom prst="rect">
            <a:avLst/>
          </a:prstGeom>
        </p:spPr>
        <p:txBody>
          <a:bodyPr/>
          <a:p>
            <a:r>
              <a:t>市場シェアが動いた（p10）</a:t>
            </a:r>
          </a:p>
        </p:txBody>
      </p:sp>
    </p:spTree>
  </p:cSld>
</p:sld>
</file>