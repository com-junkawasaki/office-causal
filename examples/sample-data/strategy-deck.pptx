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_rels/slide9.xml.rels><?xml version="1.0" encoding="UTF-8" standalone="yes"?>
<Relationships xmlns="http://schemas.openxmlformats.org/package/2006/relationships"/>
</file>

<file path=ppt/slides/_rels/slide10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スライド1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為替が円安に振れた（p1）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原材料費が前年から上昇した（p1）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スライド2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製造コストが押し上げられた（p2）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販売価格を改定した（p2）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スライド3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売上高が増減した（p3）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営業利益が変化した（p3）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スライド4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為替が円安に振れた（p4）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原材料費が前年から上昇した（p4）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スライド5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製造コストが押し上げられた（p5）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販売価格を改定した（p5）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スライド6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売上高が増減した（p6）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営業利益が変化した（p6）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スライド7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為替が円安に振れた（p7）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原材料費が前年から上昇した（p7）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スライド8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製造コストが押し上げられた（p8）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販売価格を改定した（p8）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スライド9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売上高が増減した（p9）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営業利益が変化した（p9）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戦略デッキ スライド10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為替が円安に振れた（p10）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原材料費が前年から上昇した（p10）</a:t>
            </a:r>
          </a:p>
        </p:txBody>
      </p:sp>
    </p:spTree>
  </p:cSld>
</p:sld>
</file>